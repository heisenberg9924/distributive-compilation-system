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58" r:id="rId6"/>
    <p:sldId id="259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charannijampudi1234@outlook.com" userId="d13ad69aa5896e9c" providerId="LiveId" clId="{851B6A29-4858-414D-BC73-BEA6C5D071E1}"/>
    <pc:docChg chg="modSld">
      <pc:chgData name="ramcharannijampudi1234@outlook.com" userId="d13ad69aa5896e9c" providerId="LiveId" clId="{851B6A29-4858-414D-BC73-BEA6C5D071E1}" dt="2026-04-05T13:49:36.603" v="46" actId="20577"/>
      <pc:docMkLst>
        <pc:docMk/>
      </pc:docMkLst>
      <pc:sldChg chg="modSp mod">
        <pc:chgData name="ramcharannijampudi1234@outlook.com" userId="d13ad69aa5896e9c" providerId="LiveId" clId="{851B6A29-4858-414D-BC73-BEA6C5D071E1}" dt="2026-04-05T13:49:24.219" v="35" actId="20577"/>
        <pc:sldMkLst>
          <pc:docMk/>
          <pc:sldMk cId="3346586181" sldId="258"/>
        </pc:sldMkLst>
        <pc:spChg chg="mod">
          <ac:chgData name="ramcharannijampudi1234@outlook.com" userId="d13ad69aa5896e9c" providerId="LiveId" clId="{851B6A29-4858-414D-BC73-BEA6C5D071E1}" dt="2026-04-05T13:49:24.219" v="35" actId="20577"/>
          <ac:spMkLst>
            <pc:docMk/>
            <pc:sldMk cId="3346586181" sldId="258"/>
            <ac:spMk id="2" creationId="{B326719B-FD3E-4BA2-5C3E-D0E6BAE5F420}"/>
          </ac:spMkLst>
        </pc:spChg>
      </pc:sldChg>
      <pc:sldChg chg="modSp mod">
        <pc:chgData name="ramcharannijampudi1234@outlook.com" userId="d13ad69aa5896e9c" providerId="LiveId" clId="{851B6A29-4858-414D-BC73-BEA6C5D071E1}" dt="2026-04-05T13:49:01.511" v="17" actId="20577"/>
        <pc:sldMkLst>
          <pc:docMk/>
          <pc:sldMk cId="2939517335" sldId="263"/>
        </pc:sldMkLst>
        <pc:spChg chg="mod">
          <ac:chgData name="ramcharannijampudi1234@outlook.com" userId="d13ad69aa5896e9c" providerId="LiveId" clId="{851B6A29-4858-414D-BC73-BEA6C5D071E1}" dt="2026-04-05T13:49:01.511" v="17" actId="20577"/>
          <ac:spMkLst>
            <pc:docMk/>
            <pc:sldMk cId="2939517335" sldId="263"/>
            <ac:spMk id="2" creationId="{42A79FE1-CC81-7DA2-EB19-CC7F2B599171}"/>
          </ac:spMkLst>
        </pc:spChg>
      </pc:sldChg>
      <pc:sldChg chg="modSp mod">
        <pc:chgData name="ramcharannijampudi1234@outlook.com" userId="d13ad69aa5896e9c" providerId="LiveId" clId="{851B6A29-4858-414D-BC73-BEA6C5D071E1}" dt="2026-04-05T13:49:36.603" v="46" actId="20577"/>
        <pc:sldMkLst>
          <pc:docMk/>
          <pc:sldMk cId="1485097244" sldId="264"/>
        </pc:sldMkLst>
        <pc:spChg chg="mod">
          <ac:chgData name="ramcharannijampudi1234@outlook.com" userId="d13ad69aa5896e9c" providerId="LiveId" clId="{851B6A29-4858-414D-BC73-BEA6C5D071E1}" dt="2026-04-05T13:49:36.603" v="46" actId="20577"/>
          <ac:spMkLst>
            <pc:docMk/>
            <pc:sldMk cId="1485097244" sldId="264"/>
            <ac:spMk id="4" creationId="{8133215A-5469-CDEE-3F76-F12B6AFC17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139C-3F1B-50AB-35CE-31FC30F35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55CFD-C538-8A60-B9DD-A0DE5F4A6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9936A-0F69-842F-9CCE-04FD033F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065E-4378-E113-5C9E-803CBD54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83EE-9EDE-370E-8329-E9127A88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46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FEF5-CBC6-2348-3B0C-8C2F2B01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08644-B040-E9A6-2AEA-7262FF04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07DF6-D365-E1AA-62DB-F0B1A855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68057-BE67-F389-2D22-1E780F00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07220-CA10-19AE-340B-D1FD4831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53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DB8F-A441-8B9F-2285-2EC60E98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3D571-6639-19C2-945B-3BC4EE94E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A9FDD-C7A0-7735-9DA2-170059B6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CE4A8-9038-C9A6-47AA-34CE68D2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49E40-8147-054B-D56C-B072D191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3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0517-0B9D-CAB3-64C0-17FB2F39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A79C-9184-352E-E832-A8A7FE593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BEC7-4E54-0557-01C9-D39748BFA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BBBC3-2AC2-35B7-E860-5CDBD779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19D38-6D58-3838-7D08-13FA66EC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158A5-9331-3B5B-1DF0-5B008821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1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069C-F2E4-96D6-2D9A-5B55150B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D11BC-0317-0734-7AA4-D955AA8BE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AF546-DC9C-CEE5-3FED-69A664260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A9E00-47B4-A98C-A44E-28A114DF6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6447F-1CDB-AAFB-8B53-9CE01DB8E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4B7A3-7DEC-0636-F352-30041BC0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DB26A-A731-15C5-D2B9-66195F6E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12C47-43EE-B1E6-40AE-E97E0075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8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DD96-53B0-229E-0D9D-6AEF9A86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87169-46A4-6BFF-3B5E-A2520392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5C758-3B44-B9DB-7F28-04BDC458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23724-01FA-1404-0DE0-71147933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58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0DFC2-414B-D6C9-BD61-D044DE7A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878BC-7A26-4FA6-1706-109492FE2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BF53-73A2-9A51-2548-66381860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41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C4B7-9CEE-F548-3060-606F98CF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8CD9-33F1-7EFE-245E-6B9F5312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B78E-0899-CA18-C692-D1505087A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8FD40-AEE4-0AC1-878A-D5A31D35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6F6BF-9270-2930-6830-CDB9B276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B146-1E91-93FE-36C1-0BF18DF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87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A342-2FD2-6337-06B4-9E859BF7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7D8E0-5375-02EE-65C3-051045EC2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FBB4E-89C4-AA54-F2C5-7591157A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16B0D-48E8-3CCC-50D4-7522862E2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B7B37-B26E-CE17-FAED-9744F865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7392D-9E1C-3652-90A7-548090A0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45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F5EC-40A1-1FB8-8F84-21DABE56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1699D-2165-B85D-7B24-7CD800EA8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D9E64-BC7B-DC07-3410-F7691C1D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9CB73-F967-98A4-6575-A887D71A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EBC5C-EBCF-411B-D537-897CD78F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9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0DBA1-84C6-576C-31AC-945170BE9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A109F-E14A-8D98-DEF6-05811CB21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23433-13B8-66D2-E5DE-FE28C100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668B3-E8EC-6856-F2EE-C6490133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77AE-489D-0F82-78E2-A92A03D4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501C0-1A82-83B2-1133-DB31EBA6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AC646-B848-A086-15C9-E08DE7273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79AE-9BDE-F4DA-1471-03E0AA414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269E9-BDC9-4EFF-89FA-1F5EFF98DD90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113D3-BF91-7EC7-FB62-92FEE4A50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ABC52-DB63-2F06-B6D5-AA16C0480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2B3CF-9563-4A95-99CB-C14B60D02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93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FB5C-E752-0FB1-55CB-C6D9252C45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DEMO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3DAAE-756B-81A0-8ADE-48367B0EA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4934"/>
            <a:ext cx="9144000" cy="880534"/>
          </a:xfrm>
        </p:spPr>
        <p:txBody>
          <a:bodyPr/>
          <a:lstStyle/>
          <a:p>
            <a:r>
              <a:rPr lang="en-US" dirty="0"/>
              <a:t>GROUP 21-30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25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CC5C-2E0A-1138-5454-1E93992B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OBJECTIVE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10D69-2127-216B-9C23-7432BE9B5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client system say A compiles the file (.c/.</a:t>
            </a:r>
            <a:r>
              <a:rPr lang="en-US" dirty="0" err="1"/>
              <a:t>cpp</a:t>
            </a:r>
            <a:r>
              <a:rPr lang="en-US" dirty="0"/>
              <a:t>) and then sends the </a:t>
            </a:r>
          </a:p>
          <a:p>
            <a:pPr marL="0" indent="0">
              <a:buNone/>
            </a:pPr>
            <a:r>
              <a:rPr lang="en-US" dirty="0"/>
              <a:t>Executable file to the server system say </a:t>
            </a:r>
            <a:r>
              <a:rPr lang="en-US" dirty="0" err="1"/>
              <a:t>B.Then</a:t>
            </a:r>
            <a:r>
              <a:rPr lang="en-US" dirty="0"/>
              <a:t> B executes the executable file and places the output into the file called ‘output.txt’ and also sent it to the client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8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B15D-F730-C7B2-2075-939C6275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DESIGN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C17D-51E3-BF06-8A11-5DEA6FCEF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system say B ‘server system’ act as server it makes the socket with the help of ‘./</a:t>
            </a:r>
            <a:r>
              <a:rPr lang="en-US" dirty="0" err="1"/>
              <a:t>server.c</a:t>
            </a:r>
            <a:r>
              <a:rPr lang="en-US" dirty="0"/>
              <a:t>’ and know the IP address if this system by pressing ‘</a:t>
            </a:r>
            <a:r>
              <a:rPr lang="en-US" dirty="0" err="1"/>
              <a:t>ifconfig</a:t>
            </a:r>
            <a:r>
              <a:rPr lang="en-US" dirty="0"/>
              <a:t>’ command.</a:t>
            </a:r>
          </a:p>
          <a:p>
            <a:r>
              <a:rPr lang="en-IN" dirty="0"/>
              <a:t>Another system say A ‘client system’ act as </a:t>
            </a:r>
            <a:r>
              <a:rPr lang="en-IN" dirty="0" err="1"/>
              <a:t>client.The</a:t>
            </a:r>
            <a:r>
              <a:rPr lang="en-IN" dirty="0"/>
              <a:t> information related to which fill to execute and server IP address given from the terminal via ‘./client &lt;</a:t>
            </a:r>
            <a:r>
              <a:rPr lang="en-IN" dirty="0" err="1"/>
              <a:t>file_name</a:t>
            </a:r>
            <a:r>
              <a:rPr lang="en-IN" dirty="0"/>
              <a:t>&gt; &lt;</a:t>
            </a:r>
            <a:r>
              <a:rPr lang="en-IN" dirty="0" err="1"/>
              <a:t>server_IP_Address</a:t>
            </a:r>
            <a:r>
              <a:rPr lang="en-IN" dirty="0"/>
              <a:t>&gt;’.So client connects with server.</a:t>
            </a:r>
          </a:p>
          <a:p>
            <a:r>
              <a:rPr lang="en-IN" dirty="0"/>
              <a:t>After connection the client compiles the file and pass the executable file to the server , then server runs it and send result to client.</a:t>
            </a:r>
          </a:p>
        </p:txBody>
      </p:sp>
    </p:spTree>
    <p:extLst>
      <p:ext uri="{BB962C8B-B14F-4D97-AF65-F5344CB8AC3E}">
        <p14:creationId xmlns:p14="http://schemas.microsoft.com/office/powerpoint/2010/main" val="186742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9FE1-CC81-7DA2-EB19-CC7F2B599171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TECHNOLOGIES USED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65F8-B896-2970-4DFD-391D5B769659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Linux OS</a:t>
            </a:r>
          </a:p>
          <a:p>
            <a:r>
              <a:rPr dirty="0"/>
              <a:t>C Programming</a:t>
            </a:r>
          </a:p>
          <a:p>
            <a:r>
              <a:rPr dirty="0"/>
              <a:t>Socket Programming</a:t>
            </a:r>
          </a:p>
          <a:p>
            <a:r>
              <a:rPr dirty="0"/>
              <a:t>TCP/IP Communication</a:t>
            </a:r>
          </a:p>
          <a:p>
            <a:r>
              <a:rPr dirty="0"/>
              <a:t>LAN Networking</a:t>
            </a:r>
          </a:p>
        </p:txBody>
      </p:sp>
    </p:spTree>
    <p:extLst>
      <p:ext uri="{BB962C8B-B14F-4D97-AF65-F5344CB8AC3E}">
        <p14:creationId xmlns:p14="http://schemas.microsoft.com/office/powerpoint/2010/main" val="293951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6719B-FD3E-4BA2-5C3E-D0E6BAE5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make FILE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AD1B-7EE0-6D1F-B12E-B37B2D88D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make in the terminal then make file runs and get ready the executable files of ‘</a:t>
            </a:r>
            <a:r>
              <a:rPr lang="en-US" dirty="0" err="1"/>
              <a:t>server.c</a:t>
            </a:r>
            <a:r>
              <a:rPr lang="en-US" dirty="0"/>
              <a:t>’ and ‘</a:t>
            </a:r>
            <a:r>
              <a:rPr lang="en-US" dirty="0" err="1"/>
              <a:t>client.c</a:t>
            </a:r>
            <a:r>
              <a:rPr lang="en-US" dirty="0"/>
              <a:t>’ as server and client </a:t>
            </a:r>
            <a:r>
              <a:rPr lang="en-US" dirty="0" err="1"/>
              <a:t>respectibey</a:t>
            </a:r>
            <a:r>
              <a:rPr lang="en-US" dirty="0"/>
              <a:t>.</a:t>
            </a:r>
          </a:p>
          <a:p>
            <a:r>
              <a:rPr lang="en-US" dirty="0"/>
              <a:t>The make file reduces the repeated typing of compile commands on the terminal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58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FB03-099D-9DEC-13F2-652CF5D7BF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OUTPUT SNAPSHOTS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5438E-FF94-B191-11C2-48EB88FC10AA}"/>
              </a:ext>
            </a:extLst>
          </p:cNvPr>
          <p:cNvSpPr txBox="1"/>
          <p:nvPr/>
        </p:nvSpPr>
        <p:spPr>
          <a:xfrm>
            <a:off x="905933" y="1752600"/>
            <a:ext cx="2565400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Running the make file.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89F15-CE11-A2C8-B905-D1E6BC45DE64}"/>
              </a:ext>
            </a:extLst>
          </p:cNvPr>
          <p:cNvSpPr txBox="1"/>
          <p:nvPr/>
        </p:nvSpPr>
        <p:spPr>
          <a:xfrm>
            <a:off x="431800" y="3159456"/>
            <a:ext cx="961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Running server process in one terminal and client process in another terminal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47B535-1585-B27A-744D-9A7428CB7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32" y="3710940"/>
            <a:ext cx="11489267" cy="2484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95B91E-32F8-1B9F-AED1-93FB4B30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92" y="2307285"/>
            <a:ext cx="11095682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03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33215A-5469-CDEE-3F76-F12B6AFC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4EC57A-55A6-F180-2CE7-DD7CC6D01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Demonstrates LAN communication</a:t>
            </a:r>
          </a:p>
          <a:p>
            <a:r>
              <a:rPr lang="en-US" dirty="0"/>
              <a:t>Shows practical use of sockets</a:t>
            </a:r>
          </a:p>
          <a:p>
            <a:r>
              <a:rPr lang="en-US" dirty="0"/>
              <a:t>Illustrates client‑server model in Linux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097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65F7-A527-19E7-BF48-FE1A2C61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REMAINING WORK :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28C09-D9AC-B16F-4AE8-85BA14CC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executable to run in the client process with least CPU overload  by chosen policy.</a:t>
            </a:r>
          </a:p>
          <a:p>
            <a:pPr marL="0" indent="0">
              <a:buNone/>
            </a:pPr>
            <a:r>
              <a:rPr lang="en-US" dirty="0"/>
              <a:t>To make server able to handle multiple clients via threads.</a:t>
            </a:r>
          </a:p>
        </p:txBody>
      </p:sp>
    </p:spTree>
    <p:extLst>
      <p:ext uri="{BB962C8B-B14F-4D97-AF65-F5344CB8AC3E}">
        <p14:creationId xmlns:p14="http://schemas.microsoft.com/office/powerpoint/2010/main" val="43909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306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MINI PROJECT DEMO  </vt:lpstr>
      <vt:lpstr>PROBLEM OBJECTIVE :</vt:lpstr>
      <vt:lpstr>SYSTEM DESIGN</vt:lpstr>
      <vt:lpstr>PowerPoint Presentation</vt:lpstr>
      <vt:lpstr>make FILE</vt:lpstr>
      <vt:lpstr>OUTPUT SNAPSHOTS</vt:lpstr>
      <vt:lpstr>CONCLUSION</vt:lpstr>
      <vt:lpstr>REMAINING WORK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ramcharannijampudi1234@outlook.com</dc:creator>
  <cp:lastModifiedBy>ramcharannijampudi1234@outlook.com</cp:lastModifiedBy>
  <cp:revision>1</cp:revision>
  <dcterms:created xsi:type="dcterms:W3CDTF">2026-04-05T13:18:35Z</dcterms:created>
  <dcterms:modified xsi:type="dcterms:W3CDTF">2026-04-05T13:49:38Z</dcterms:modified>
</cp:coreProperties>
</file>